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Radley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57575"/>
            <a:ext cx="11419084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0"/>
              </a:lnSpc>
            </a:pPr>
            <a:r>
              <a:rPr lang="en-US" sz="15000">
                <a:solidFill>
                  <a:srgbClr val="60421C"/>
                </a:solidFill>
                <a:latin typeface="Radley"/>
                <a:ea typeface="Radley"/>
                <a:cs typeface="Radley"/>
                <a:sym typeface="Radley"/>
              </a:rPr>
              <a:t>Learning is not </a:t>
            </a:r>
            <a:r>
              <a:rPr lang="en-US" sz="150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FIXED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79959" y="9296400"/>
            <a:ext cx="7802656" cy="28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>
                <a:solidFill>
                  <a:srgbClr val="0B0B0B"/>
                </a:solidFill>
                <a:latin typeface="Radley"/>
                <a:ea typeface="Radley"/>
                <a:cs typeface="Radley"/>
                <a:sym typeface="Radley"/>
              </a:rPr>
              <a:t>On Grit - Angela Lee Duckworth TEDXTalks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57575"/>
            <a:ext cx="11419084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0"/>
              </a:lnSpc>
            </a:pPr>
            <a:r>
              <a:rPr lang="en-US" sz="15000">
                <a:solidFill>
                  <a:srgbClr val="60421C"/>
                </a:solidFill>
                <a:latin typeface="Radley"/>
                <a:ea typeface="Radley"/>
                <a:cs typeface="Radley"/>
                <a:sym typeface="Radley"/>
              </a:rPr>
              <a:t>Learning is not </a:t>
            </a:r>
            <a:r>
              <a:rPr lang="en-US" sz="15000">
                <a:solidFill>
                  <a:srgbClr val="817D7C"/>
                </a:solidFill>
                <a:latin typeface="Radley"/>
                <a:ea typeface="Radley"/>
                <a:cs typeface="Radley"/>
                <a:sym typeface="Radley"/>
              </a:rPr>
              <a:t>FIXED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79959" y="9296400"/>
            <a:ext cx="7802656" cy="28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>
                <a:solidFill>
                  <a:srgbClr val="0B0B0B"/>
                </a:solidFill>
                <a:latin typeface="Radley"/>
                <a:ea typeface="Radley"/>
                <a:cs typeface="Radley"/>
                <a:sym typeface="Radley"/>
              </a:rPr>
              <a:t>On Grit - Angela Lee Duckworth TEDXTalks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708525"/>
            <a:ext cx="14852587" cy="97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>
                <a:solidFill>
                  <a:srgbClr val="60421C"/>
                </a:solidFill>
                <a:latin typeface="Radley"/>
                <a:ea typeface="Radley"/>
                <a:cs typeface="Radley"/>
                <a:sym typeface="Radley"/>
              </a:rPr>
              <a:t>"Doing well in school depends on much more than your ability to       learn quickly and easily. It depends on grit."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79959" y="9296400"/>
            <a:ext cx="7802656" cy="28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>
                <a:solidFill>
                  <a:srgbClr val="0B0B0B"/>
                </a:solidFill>
                <a:latin typeface="Radley"/>
                <a:ea typeface="Radley"/>
                <a:cs typeface="Radley"/>
                <a:sym typeface="Radley"/>
              </a:rPr>
              <a:t>On Grit - Angela Lee Duckworth TEDXTalks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470400"/>
            <a:ext cx="14852587" cy="145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>
                <a:solidFill>
                  <a:srgbClr val="60421C"/>
                </a:solidFill>
                <a:latin typeface="Radley"/>
                <a:ea typeface="Radley"/>
                <a:cs typeface="Radley"/>
                <a:sym typeface="Radley"/>
              </a:rPr>
              <a:t>"When students learn how the brain grows in response to challenge, they persevere through failure because they realize failure is not a permanent condition."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79959" y="9296400"/>
            <a:ext cx="7802656" cy="28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>
                <a:solidFill>
                  <a:srgbClr val="0B0B0B"/>
                </a:solidFill>
                <a:latin typeface="Radley"/>
                <a:ea typeface="Radley"/>
                <a:cs typeface="Radley"/>
                <a:sym typeface="Radley"/>
              </a:rPr>
              <a:t>On Grit - Angela Lee Duckworth TEDXTalks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52700"/>
            <a:ext cx="14852587" cy="554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0"/>
              </a:lnSpc>
            </a:pPr>
            <a:r>
              <a:rPr lang="en-US" sz="15000">
                <a:solidFill>
                  <a:srgbClr val="817D7C"/>
                </a:solidFill>
                <a:latin typeface="Radley"/>
                <a:ea typeface="Radley"/>
                <a:cs typeface="Radley"/>
                <a:sym typeface="Radley"/>
              </a:rPr>
              <a:t>MINDCRAFT</a:t>
            </a:r>
            <a:r>
              <a:rPr lang="en-US" sz="15000">
                <a:solidFill>
                  <a:srgbClr val="60421C"/>
                </a:solidFill>
                <a:latin typeface="Radley"/>
                <a:ea typeface="Radley"/>
                <a:cs typeface="Radley"/>
                <a:sym typeface="Radley"/>
              </a:rPr>
              <a:t> </a:t>
            </a:r>
          </a:p>
          <a:p>
            <a:pPr algn="l">
              <a:lnSpc>
                <a:spcPts val="14250"/>
              </a:lnSpc>
            </a:pPr>
            <a:r>
              <a:rPr lang="en-US" sz="150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A Growth Mindset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79959" y="9296400"/>
            <a:ext cx="7802656" cy="28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>
                <a:solidFill>
                  <a:srgbClr val="0B0B0B"/>
                </a:solidFill>
                <a:latin typeface="Radley"/>
                <a:ea typeface="Radley"/>
                <a:cs typeface="Radley"/>
                <a:sym typeface="Radley"/>
              </a:rPr>
              <a:t>On Grit - Angela Lee Duckworth TEDXTalks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52700"/>
            <a:ext cx="14852587" cy="554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0"/>
              </a:lnSpc>
            </a:pPr>
            <a:r>
              <a:rPr lang="en-US" sz="15000">
                <a:solidFill>
                  <a:srgbClr val="817D7C"/>
                </a:solidFill>
                <a:latin typeface="Radley"/>
                <a:ea typeface="Radley"/>
                <a:cs typeface="Radley"/>
                <a:sym typeface="Radley"/>
              </a:rPr>
              <a:t>MINDCRAFT</a:t>
            </a:r>
            <a:r>
              <a:rPr lang="en-US" sz="15000">
                <a:solidFill>
                  <a:srgbClr val="60421C"/>
                </a:solidFill>
                <a:latin typeface="Radley"/>
                <a:ea typeface="Radley"/>
                <a:cs typeface="Radley"/>
                <a:sym typeface="Radley"/>
              </a:rPr>
              <a:t> </a:t>
            </a:r>
          </a:p>
          <a:p>
            <a:pPr algn="l">
              <a:lnSpc>
                <a:spcPts val="14250"/>
              </a:lnSpc>
            </a:pPr>
            <a:r>
              <a:rPr lang="en-US" sz="15000">
                <a:solidFill>
                  <a:srgbClr val="60421C"/>
                </a:solidFill>
                <a:latin typeface="Radley"/>
                <a:ea typeface="Radley"/>
                <a:cs typeface="Radley"/>
                <a:sym typeface="Radley"/>
              </a:rPr>
              <a:t>A Growth Mindset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DAFg0LMzBG0</dc:identifier>
  <dcterms:modified xsi:type="dcterms:W3CDTF">2011-08-01T06:04:30Z</dcterms:modified>
  <cp:revision>1</cp:revision>
  <dc:title>^i^ra</dc:title>
</cp:coreProperties>
</file>