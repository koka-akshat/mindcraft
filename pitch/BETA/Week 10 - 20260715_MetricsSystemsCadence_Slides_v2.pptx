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session treats each company the way an investor underwrites it. The question for the week, how do you know it is working, becomes: what risk is your capital currently buying down, what evidence proves it, and what does that evidence unlock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room in the buyer's seat. The stats are directional and drawn from the capital planning material: most startups fail to return capital, multiples compressed hard when assumptions broke, and capital efficiency is now checked before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is the argument. A CAC number is meaningless before demand and adoption are proven; a pricing test before usage evidence measures politeness, not willingness to pay. Ask the room where they think they sit on the stack; most will place themselves one layer lower than their evidence supports.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break from the static KPI dashboard. The metric set is staged: it exists to close the current underwriting question, and it is expected to turn over. Persist with cause means a documented reason and a revised threshold, not inertia.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as a memo, not a dashboard. Every line is a decision input. Point out what is absent: no cumulative users, no pipeline value, no activity counts. Ask which line the room finds hardest to write for their own company; it is usually the kill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is the replacement for the static dashboard: four metric sets over the life of the company, each one retired and rolled forward. Note that stage four's output is the raise narrative itself; the evidence file and the fundraising deck converge.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Connects to the revenue models session from the prior cohort cycle. Each archetype's multiple embeds specific assumptions; the staged plan should attack whichever assumption is weakest for their model. Reference points: SaaS Capital and a16z multiple ranges from that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 coverage is the treasurer's number: does the capital on hand actually cover the cost of reaching the next repricing event, with margin. Experiments remaining reframes runway as decision capacity. Founders consistently overestimate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during the solo block. The most common failures: a binding risk stated as a goal rather than a falsifiable claim, thresholds with no date, and kill lines the founder visibly does not believe. Push on those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Friday artifact and the offer of follow up on capital planning and milestone coverage at office hours or by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SPRING 2026  ·  WEEK 9  ·  JULY 15,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against risk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Systems, and Operating Cadence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pointing invested capital at the binding risk, and proving progress with evidence.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Taylor   ·   Treasurer, BETA   ·   Founder, Ezer21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INVESTOR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companies at this stage are actually priced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stage valuation is not a multiple of revenue. It is a discount against a stack of unresolved risks.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retired with evidence reprices the company. Every dollar of spend that retires nothing is dilution without progress.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consequence: your metrics are not reporting. They are the evidence file that supports your next price.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675120" y="1691640"/>
            <a:ext cx="4937760" cy="1115568"/>
          </a:xfrm>
          <a:prstGeom prst="roundRect">
            <a:avLst>
              <a:gd name="adj" fmla="val 8197"/>
            </a:avLst>
          </a:prstGeom>
          <a:solidFill>
            <a:srgbClr val="EAF1FD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0" y="176479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732520" y="176479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venture backed startups fail to return invested capital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2990088"/>
            <a:ext cx="4937760" cy="1115568"/>
          </a:xfrm>
          <a:prstGeom prst="roundRect">
            <a:avLst>
              <a:gd name="adj" fmla="val 8197"/>
            </a:avLst>
          </a:prstGeom>
          <a:solidFill>
            <a:srgbClr val="EAF1FD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30632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to 60%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732520" y="30632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compression across SaaS in 2022 and 2023 when growth assumptions broke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0" y="4288536"/>
            <a:ext cx="4937760" cy="1115568"/>
          </a:xfrm>
          <a:prstGeom prst="roundRect">
            <a:avLst>
              <a:gd name="adj" fmla="val 8197"/>
            </a:avLst>
          </a:prstGeom>
          <a:solidFill>
            <a:srgbClr val="EAF1FD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436168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1.5x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732520" y="436168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multiple treated as the efficiency bar approaching Series 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sentiment: milestone underwritten rounds, proof of conversion over promise of usage, no premium for undifferentiated AI.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 stack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Demand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11880" y="164592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 defined buyer pay to solve this problem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9572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Adoption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239572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they use it, reach value, and return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45536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Pricing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314553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pay, on what basis, and does it hold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9534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Distribution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389534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repeatable, affordable path to the buyer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64515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Unit economics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464515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margin math work as volume grows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39496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Scale and regulatory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11880" y="539496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operate reliably and lawfully at volume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138160" y="178308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EAF1FD"/>
          </a:solidFill>
          <a:ln/>
        </p:spPr>
      </p:sp>
      <p:sp>
        <p:nvSpPr>
          <p:cNvPr id="23" name="Text 21"/>
          <p:cNvSpPr/>
          <p:nvPr/>
        </p:nvSpPr>
        <p:spPr>
          <a:xfrm>
            <a:off x="845820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58200" y="2514600"/>
            <a:ext cx="2880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point in time, one unresolved risk dominates your implied discount.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pointed anywhere else buys information you do not yet need, at the expense of the evidence you need now.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is ordered for a reason: evidence lower in the stack is unreliable while the layers above it are unresolved.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are underwriting evidence, not reporting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EAF1FD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A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251460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Binding risk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9808" y="320040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unresolved question that dominates your discount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52928" y="192024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EAF1FD"/>
          </a:solidFill>
          <a:ln/>
        </p:spPr>
      </p:sp>
      <p:sp>
        <p:nvSpPr>
          <p:cNvPr id="9" name="Text 7"/>
          <p:cNvSpPr/>
          <p:nvPr/>
        </p:nvSpPr>
        <p:spPr>
          <a:xfrm>
            <a:off x="3054096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A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054096" y="251460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Falsifiable claim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054096" y="320040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so that evidence can prove it or kill 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57216" y="192024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EAF1FD"/>
          </a:solidFill>
          <a:ln/>
        </p:spPr>
      </p:sp>
      <p:sp>
        <p:nvSpPr>
          <p:cNvPr id="13" name="Text 11"/>
          <p:cNvSpPr/>
          <p:nvPr/>
        </p:nvSpPr>
        <p:spPr>
          <a:xfrm>
            <a:off x="5358384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A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58384" y="251460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and threshold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358384" y="320040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number, the bar it must clear, and the date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61504" y="192024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EAF1FD"/>
          </a:solidFill>
          <a:ln/>
        </p:spPr>
      </p:sp>
      <p:sp>
        <p:nvSpPr>
          <p:cNvPr id="17" name="Text 15"/>
          <p:cNvSpPr/>
          <p:nvPr/>
        </p:nvSpPr>
        <p:spPr>
          <a:xfrm>
            <a:off x="7662672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A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62672" y="251460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and time box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662672" y="320040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dollars and weeks allocated to the test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765792" y="1920240"/>
            <a:ext cx="2084832" cy="233172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966960" y="251460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966960" y="3200400"/>
            <a:ext cx="1719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Advance, persist with cause, or kill. Recorded.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a derivative of the risk. When the risk retires, the metric set rolls forward to the next stage. A dashboard that has not changed in two quarters usually means the underwriting stopped, not that the business is stable.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one, written as an underwriting memo</a:t>
            </a:r>
            <a:endParaRPr lang="en-US" sz="3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Binding risk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Demand: will provider organizations pay for structured referral management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Organizations above a defined referral volume convert from free pilot to paid within 60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and threshold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conversion of qualified pilots at or above 40% by week 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and time box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$60K over 8 weeks: founder selling time, implementation support, integration cost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it passes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Advance: commit adoption spend, roll the metric set to activation and weekly active organizations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it fails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Reprice or reposition. Outreach does not scale against unproven demand.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company: an early stage B2B referral platform. Six lines constitute the entire stage one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stage funds the next question, in order</a:t>
            </a:r>
            <a:endParaRPr lang="en-US" sz="3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468880"/>
                <a:gridCol w="3840480"/>
                <a:gridCol w="393192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being bought down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threshold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Passing unlocks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pilot conversion at or above 40%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 adoption spend: onboarding, implementation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active organizations; activation at or above 60%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and renewal testing at target rates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and retention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Renewals at target price; gross revenue retention at or above 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spend: channel and outbound investment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channel with CAC payback under 12 months, repeatable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growth story a priced round is underwritten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discipline: adoption spend is not committed while demand is unresolved. Concurrent spend against sequential risks is the most common form of capital waste at this stage.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SPECIFIC FRAGILITY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revenue model sets the assumptions you must prove</a:t>
            </a:r>
            <a:endParaRPr lang="en-US" sz="3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3931920"/>
                <a:gridCol w="28346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pricing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assumption your multiple rests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risk to buy 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to 8x ARR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holds: churn low, net retention above 110%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 and renewal 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based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to 10x ARR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volume is durable and margin per unit survives scale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retention and marginal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Transactional, marketplace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to 4x EBITDA or GMV based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rate holds, liquidity persists, leakage stays 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rate and net take retained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Licensing and 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to 6x EBITDA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Defensibility is real and enforceable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win repeatability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to 2x revenue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Utilization holds and a productized margin path exists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 rate of the recurring 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 price the assumption set, not present revenue. When an assumption breaks, compression is immediate and rarely gradual.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experiments, not months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470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coverage ratio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591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on hand ÷ cost to reach the next repricing event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80560" y="18288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above roughly 1.3x. Below 1.0x, you are funding a plan you cannot finish; fix scope or raise before spending further.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AF1F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18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 remaining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7307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÷ cost per decision cycle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32004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version of runway. Twelve months and one experiment is a weaker position than nine months and three.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AF1F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5902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 multiple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51023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burn ÷ net new ARR, once revenue exists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45720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 to 3 at this stage, near 1.5 approaching Series A. The first efficiency screen most investors now apply.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against the milestone that reprices you, not against a number of months.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SESSION · 25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Underwrite your own company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8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4708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draft · 12 min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31920" y="182880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Risk Compression Map: name the binding risk as a falsifiable claim, set the evidence metric and threshold, allocate capital and weeks, write the kill line. Then sketch stages two and three.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8C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17296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diligence · 8 min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31920" y="315468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maps. The partner acts as diligence lead: What did your last $25K prove? Which line of spend does not map to the binding risk? What is the kill criterion, and do you believe it?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8C4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49884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Readout · 5 min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931920" y="448056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founders present their stage one memo: risk, claim, threshold, capital, decision date.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 one metric set is your KPI dashboard draft due Friday. The map is the reason that dashboard will change.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for every allocation decision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0848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last dollar of spend prove?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304495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reprices this company at the next raise?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400507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outcome would make you kill the current plan, and is it written down?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Taylor  ·  chris@ezer21.com  ·  ezer21.com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2026-07-15T15:16:36Z</dcterms:created>
  <dcterms:modified xsi:type="dcterms:W3CDTF">2026-07-15T15:16:36Z</dcterms:modified>
</cp:coreProperties>
</file>